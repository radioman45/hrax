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74BEE0-54AB-43E5-B57A-2E67FAA361CD}" v="10" dt="2026-03-13T10:12:42.2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3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하민영(MINYOUNG HA)/HR AX팀/SKI" userId="eed35275-67a7-43cd-b4e3-c885bd72f6e2" providerId="ADAL" clId="{CE8A15F4-31F5-4BB3-AC45-9BE3BECEE535}"/>
    <pc:docChg chg="undo custSel addSld modSld">
      <pc:chgData name="하민영(MINYOUNG HA)/HR AX팀/SKI" userId="eed35275-67a7-43cd-b4e3-c885bd72f6e2" providerId="ADAL" clId="{CE8A15F4-31F5-4BB3-AC45-9BE3BECEE535}" dt="2026-03-12T05:23:08.786" v="384" actId="1582"/>
      <pc:docMkLst>
        <pc:docMk/>
      </pc:docMkLst>
      <pc:sldChg chg="addSp delSp modSp new mod">
        <pc:chgData name="하민영(MINYOUNG HA)/HR AX팀/SKI" userId="eed35275-67a7-43cd-b4e3-c885bd72f6e2" providerId="ADAL" clId="{CE8A15F4-31F5-4BB3-AC45-9BE3BECEE535}" dt="2026-03-12T05:23:08.786" v="384" actId="1582"/>
        <pc:sldMkLst>
          <pc:docMk/>
          <pc:sldMk cId="3450714694" sldId="256"/>
        </pc:sldMkLst>
        <pc:spChg chg="del">
          <ac:chgData name="하민영(MINYOUNG HA)/HR AX팀/SKI" userId="eed35275-67a7-43cd-b4e3-c885bd72f6e2" providerId="ADAL" clId="{CE8A15F4-31F5-4BB3-AC45-9BE3BECEE535}" dt="2026-03-12T05:17:04.235" v="1" actId="478"/>
          <ac:spMkLst>
            <pc:docMk/>
            <pc:sldMk cId="3450714694" sldId="256"/>
            <ac:spMk id="2" creationId="{DAC9BEB7-DB50-F315-F375-CD2A90EB319D}"/>
          </ac:spMkLst>
        </pc:spChg>
        <pc:spChg chg="del">
          <ac:chgData name="하민영(MINYOUNG HA)/HR AX팀/SKI" userId="eed35275-67a7-43cd-b4e3-c885bd72f6e2" providerId="ADAL" clId="{CE8A15F4-31F5-4BB3-AC45-9BE3BECEE535}" dt="2026-03-12T05:17:04.235" v="1" actId="478"/>
          <ac:spMkLst>
            <pc:docMk/>
            <pc:sldMk cId="3450714694" sldId="256"/>
            <ac:spMk id="3" creationId="{3704EA1B-2F59-1DDA-B377-A9CC430DD69F}"/>
          </ac:spMkLst>
        </pc:spChg>
        <pc:spChg chg="add mod">
          <ac:chgData name="하민영(MINYOUNG HA)/HR AX팀/SKI" userId="eed35275-67a7-43cd-b4e3-c885bd72f6e2" providerId="ADAL" clId="{CE8A15F4-31F5-4BB3-AC45-9BE3BECEE535}" dt="2026-03-12T05:18:05.506" v="16" actId="20577"/>
          <ac:spMkLst>
            <pc:docMk/>
            <pc:sldMk cId="3450714694" sldId="256"/>
            <ac:spMk id="4" creationId="{CB4D4BC8-CA81-E040-238C-B52D6AB059E0}"/>
          </ac:spMkLst>
        </pc:spChg>
        <pc:spChg chg="add mod">
          <ac:chgData name="하민영(MINYOUNG HA)/HR AX팀/SKI" userId="eed35275-67a7-43cd-b4e3-c885bd72f6e2" providerId="ADAL" clId="{CE8A15F4-31F5-4BB3-AC45-9BE3BECEE535}" dt="2026-03-12T05:17:08.624" v="2"/>
          <ac:spMkLst>
            <pc:docMk/>
            <pc:sldMk cId="3450714694" sldId="256"/>
            <ac:spMk id="7" creationId="{BB9CFF32-3327-3A13-EDC5-8FBCA0EBF5E0}"/>
          </ac:spMkLst>
        </pc:spChg>
        <pc:spChg chg="add del mod">
          <ac:chgData name="하민영(MINYOUNG HA)/HR AX팀/SKI" userId="eed35275-67a7-43cd-b4e3-c885bd72f6e2" providerId="ADAL" clId="{CE8A15F4-31F5-4BB3-AC45-9BE3BECEE535}" dt="2026-03-12T05:18:07.219" v="17" actId="478"/>
          <ac:spMkLst>
            <pc:docMk/>
            <pc:sldMk cId="3450714694" sldId="256"/>
            <ac:spMk id="8" creationId="{D178440E-CAE8-99A1-FCCC-82731126B6E9}"/>
          </ac:spMkLst>
        </pc:spChg>
        <pc:spChg chg="mod">
          <ac:chgData name="하민영(MINYOUNG HA)/HR AX팀/SKI" userId="eed35275-67a7-43cd-b4e3-c885bd72f6e2" providerId="ADAL" clId="{CE8A15F4-31F5-4BB3-AC45-9BE3BECEE535}" dt="2026-03-12T05:23:08.786" v="384" actId="1582"/>
          <ac:spMkLst>
            <pc:docMk/>
            <pc:sldMk cId="3450714694" sldId="256"/>
            <ac:spMk id="9" creationId="{FBA6B546-F4EA-F4C6-582D-C79D7EF835E1}"/>
          </ac:spMkLst>
        </pc:spChg>
        <pc:spChg chg="add del mod">
          <ac:chgData name="하민영(MINYOUNG HA)/HR AX팀/SKI" userId="eed35275-67a7-43cd-b4e3-c885bd72f6e2" providerId="ADAL" clId="{CE8A15F4-31F5-4BB3-AC45-9BE3BECEE535}" dt="2026-03-12T05:22:19.389" v="376" actId="478"/>
          <ac:spMkLst>
            <pc:docMk/>
            <pc:sldMk cId="3450714694" sldId="256"/>
            <ac:spMk id="11" creationId="{11E3433C-0CCA-5535-E499-D970D26C55A9}"/>
          </ac:spMkLst>
        </pc:spChg>
        <pc:graphicFrameChg chg="add mod modGraphic">
          <ac:chgData name="하민영(MINYOUNG HA)/HR AX팀/SKI" userId="eed35275-67a7-43cd-b4e3-c885bd72f6e2" providerId="ADAL" clId="{CE8A15F4-31F5-4BB3-AC45-9BE3BECEE535}" dt="2026-03-12T05:20:27.856" v="158" actId="14100"/>
          <ac:graphicFrameMkLst>
            <pc:docMk/>
            <pc:sldMk cId="3450714694" sldId="256"/>
            <ac:graphicFrameMk id="5" creationId="{C41E2404-6CAB-5A0D-7500-E8126FA21EF8}"/>
          </ac:graphicFrameMkLst>
        </pc:graphicFrameChg>
        <pc:graphicFrameChg chg="add mod">
          <ac:chgData name="하민영(MINYOUNG HA)/HR AX팀/SKI" userId="eed35275-67a7-43cd-b4e3-c885bd72f6e2" providerId="ADAL" clId="{CE8A15F4-31F5-4BB3-AC45-9BE3BECEE535}" dt="2026-03-12T05:17:08.624" v="2"/>
          <ac:graphicFrameMkLst>
            <pc:docMk/>
            <pc:sldMk cId="3450714694" sldId="256"/>
            <ac:graphicFrameMk id="6" creationId="{F7678363-5CFC-177F-012B-C3928EAC8FDC}"/>
          </ac:graphicFrameMkLst>
        </pc:graphicFrameChg>
      </pc:sldChg>
    </pc:docChg>
  </pc:docChgLst>
  <pc:docChgLst>
    <pc:chgData name="하민영(MINYOUNG HA)/HR AX팀/SKI" userId="eed35275-67a7-43cd-b4e3-c885bd72f6e2" providerId="ADAL" clId="{0874BEE0-54AB-43E5-B57A-2E67FAA361CD}"/>
    <pc:docChg chg="undo custSel modSld">
      <pc:chgData name="하민영(MINYOUNG HA)/HR AX팀/SKI" userId="eed35275-67a7-43cd-b4e3-c885bd72f6e2" providerId="ADAL" clId="{0874BEE0-54AB-43E5-B57A-2E67FAA361CD}" dt="2026-03-13T10:12:42.222" v="152"/>
      <pc:docMkLst>
        <pc:docMk/>
      </pc:docMkLst>
      <pc:sldChg chg="modSp mod">
        <pc:chgData name="하민영(MINYOUNG HA)/HR AX팀/SKI" userId="eed35275-67a7-43cd-b4e3-c885bd72f6e2" providerId="ADAL" clId="{0874BEE0-54AB-43E5-B57A-2E67FAA361CD}" dt="2026-03-13T10:12:42.222" v="152"/>
        <pc:sldMkLst>
          <pc:docMk/>
          <pc:sldMk cId="3450714694" sldId="256"/>
        </pc:sldMkLst>
        <pc:graphicFrameChg chg="mod modGraphic">
          <ac:chgData name="하민영(MINYOUNG HA)/HR AX팀/SKI" userId="eed35275-67a7-43cd-b4e3-c885bd72f6e2" providerId="ADAL" clId="{0874BEE0-54AB-43E5-B57A-2E67FAA361CD}" dt="2026-03-13T10:12:42.222" v="152"/>
          <ac:graphicFrameMkLst>
            <pc:docMk/>
            <pc:sldMk cId="3450714694" sldId="256"/>
            <ac:graphicFrameMk id="6" creationId="{F7678363-5CFC-177F-012B-C3928EAC8FDC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E9B681-1C85-8DD7-0FE0-F709651CB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2D6275-47B5-94C9-6176-ED12A60C96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25A84E-8B0D-D76B-4DCE-097CA8B83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0B26-E96D-4FBD-925C-902772D9C9C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116CA5-0B13-BF4F-F7CA-0C15AD5C1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9533D7-31A7-59FE-0508-25F203B24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DBDC3-FAB2-4E4D-9CDA-C6966AE2F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047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A02123-F0B0-AE36-0C14-E7DB957E9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002ACB-7341-8BF4-618A-67631CCAB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5279AC-C4A0-763A-00C8-E45E4E806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0B26-E96D-4FBD-925C-902772D9C9C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499117-9C23-AF94-FC9A-87525FCD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917C01-805E-514E-C5EA-9522683E8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DBDC3-FAB2-4E4D-9CDA-C6966AE2F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181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21B228-C954-739D-5615-AEF2A2C32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709739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F4A0FB-300F-096C-26F1-57F28BBED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2362B1-E5CF-DA54-9381-FB8EFD192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0B26-E96D-4FBD-925C-902772D9C9C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6E94A0-856B-B850-357A-613985BF9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38C82F-0942-9885-44B4-03A398E8D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DBDC3-FAB2-4E4D-9CDA-C6966AE2F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0775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F18DD-8C47-EEC5-FEA6-226727658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7C6047-B02A-7D0B-3F24-D1389EDA33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CC7FB2-9918-08DC-8E1B-0838E8A98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9796E6-1611-9782-BBE4-7E95AB172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0B26-E96D-4FBD-925C-902772D9C9C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920898-6F29-7A9B-0635-6386E5D48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1D82C8-41D4-842E-8E26-A37F398B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DBDC3-FAB2-4E4D-9CDA-C6966AE2F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921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03D02-0A0F-3BA2-154D-D6D0C18AF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AA2B48-E862-3DF0-F99B-5EAEC27CB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E7F98A-402C-79B1-7366-D4075D2A18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94EED9B-BE40-CD2B-706E-43C96BC41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58C2BE-5A06-9DEA-5265-5DB60809D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8DA9A6-C201-DA71-5074-43A152207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0B26-E96D-4FBD-925C-902772D9C9C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D6A874-C4B1-277A-20D4-582159A16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2EE17C-D922-C7C8-F884-95D058ED7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DBDC3-FAB2-4E4D-9CDA-C6966AE2F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70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787DED-B45E-D32C-6B6B-B111F92F1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39EF2EF-F593-6C82-A5B0-1FE264ACF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0B26-E96D-4FBD-925C-902772D9C9C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21EE66B-EF95-A734-2F13-7962F4056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033022-87D4-A679-DE18-02BAC6F2F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DBDC3-FAB2-4E4D-9CDA-C6966AE2F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41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525BEE8-D386-FEBD-9AC4-0E0FF4AF2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0B26-E96D-4FBD-925C-902772D9C9C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A8F3640-C6DB-B407-0812-642EBE721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049415-8D2F-45B8-BDD3-204D519F1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DBDC3-FAB2-4E4D-9CDA-C6966AE2F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623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BEAD27-15CA-0001-BB48-5CB97FD88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BD34FF-3F0C-8815-9043-B0336ED68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D3C538-66DE-8F25-666D-B5761D8CD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AA68A9-2E36-6EAB-C191-312305C43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0B26-E96D-4FBD-925C-902772D9C9C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DA5777-0791-FC8D-86F3-8D9FE0F49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180982-72CF-53F7-8843-699215CA9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DBDC3-FAB2-4E4D-9CDA-C6966AE2F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578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F6CCF0-28A4-D170-AC2A-B0282F508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CF3B7D-E382-59A8-8053-8232D050A6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055187-42A4-4FED-9431-1A25A3C7D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A460441-7773-C838-9DAF-3B0DF7DF1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0B26-E96D-4FBD-925C-902772D9C9C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C5E5EC-6822-BD10-5B52-23B816227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5A5470-1B4D-0178-0BEF-C279CE249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DBDC3-FAB2-4E4D-9CDA-C6966AE2F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312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5AE91A-76C7-2602-92F8-C63A02A11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F67FCE-C350-8F46-973C-D16464315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D79CE4-24FE-F276-C5F0-9BF0C572C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0B26-E96D-4FBD-925C-902772D9C9C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382FDC-87D8-6780-94D5-CDBCA9FA1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F1CEE8-C0F0-0BB4-9CF1-08D410C98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DBDC3-FAB2-4E4D-9CDA-C6966AE2F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482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564726-1911-8EC2-A18B-007F1E5EE7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B98B08-464F-6DA4-6683-883DA1328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8AEAE7-9ABC-B94B-7279-2F0F27331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D0B26-E96D-4FBD-925C-902772D9C9C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258CD7-FFC3-68EB-8B30-B99CB4D3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C0EDC9-0FBE-62BD-813F-6E3798F4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DBDC3-FAB2-4E4D-9CDA-C6966AE2F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993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F0EBEA4-38AE-F339-486E-C703BB087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A43E4E-4DF6-23F6-CA19-25A226674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E158A3-02CA-0D2F-8F26-780F7B2BDC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D0B26-E96D-4FBD-925C-902772D9C9C7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F2FCB8-BDCF-9503-2C4B-7628DAAF5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006452-248F-12A7-156B-AC56D4EC3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4DBDC3-FAB2-4E4D-9CDA-C6966AE2FE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919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4D4BC8-CA81-E040-238C-B52D6AB059E0}"/>
              </a:ext>
            </a:extLst>
          </p:cNvPr>
          <p:cNvSpPr txBox="1"/>
          <p:nvPr/>
        </p:nvSpPr>
        <p:spPr>
          <a:xfrm>
            <a:off x="214151" y="246160"/>
            <a:ext cx="1854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첨부</a:t>
            </a:r>
            <a:r>
              <a:rPr lang="en-US" altLang="ko-KR" dirty="0">
                <a:solidFill>
                  <a:prstClr val="black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1. </a:t>
            </a:r>
            <a:r>
              <a:rPr lang="ko-KR" altLang="en-US" dirty="0">
                <a:solidFill>
                  <a:prstClr val="black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과제정의서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_ac ExtraBold" panose="020B0600000101010101" pitchFamily="50" charset="-127"/>
              <a:ea typeface="나눔스퀘어_ac ExtraBold" panose="020B0600000101010101" pitchFamily="50" charset="-127"/>
              <a:cs typeface="+mn-cs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41E2404-6CAB-5A0D-7500-E8126FA21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090538"/>
              </p:ext>
            </p:extLst>
          </p:nvPr>
        </p:nvGraphicFramePr>
        <p:xfrm>
          <a:off x="313550" y="710882"/>
          <a:ext cx="9284480" cy="5954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3673">
                  <a:extLst>
                    <a:ext uri="{9D8B030D-6E8A-4147-A177-3AD203B41FA5}">
                      <a16:colId xmlns:a16="http://schemas.microsoft.com/office/drawing/2014/main" val="2936981256"/>
                    </a:ext>
                  </a:extLst>
                </a:gridCol>
                <a:gridCol w="8080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540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0" kern="1200" spc="-4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과제명</a:t>
                      </a:r>
                      <a:endParaRPr lang="en-US" altLang="ko-KR" sz="1200" b="0" kern="1200" spc="-4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99060" marR="990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과제를 대표하는 이름 기재</a:t>
                      </a:r>
                      <a:endParaRPr lang="en-US" altLang="ko-KR" sz="1100" b="0" kern="120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Tahoma" panose="020B0604030504040204" pitchFamily="34" charset="0"/>
                      </a:endParaRPr>
                    </a:p>
                  </a:txBody>
                  <a:tcPr marL="99060" marR="9906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800149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7678363-5CFC-177F-012B-C3928EAC8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8241244"/>
              </p:ext>
            </p:extLst>
          </p:nvPr>
        </p:nvGraphicFramePr>
        <p:xfrm>
          <a:off x="313550" y="1446507"/>
          <a:ext cx="9284476" cy="52111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3592">
                  <a:extLst>
                    <a:ext uri="{9D8B030D-6E8A-4147-A177-3AD203B41FA5}">
                      <a16:colId xmlns:a16="http://schemas.microsoft.com/office/drawing/2014/main" val="2936981256"/>
                    </a:ext>
                  </a:extLst>
                </a:gridCol>
                <a:gridCol w="2721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906">
                  <a:extLst>
                    <a:ext uri="{9D8B030D-6E8A-4147-A177-3AD203B41FA5}">
                      <a16:colId xmlns:a16="http://schemas.microsoft.com/office/drawing/2014/main" val="21233417"/>
                    </a:ext>
                  </a:extLst>
                </a:gridCol>
                <a:gridCol w="2674907">
                  <a:extLst>
                    <a:ext uri="{9D8B030D-6E8A-4147-A177-3AD203B41FA5}">
                      <a16:colId xmlns:a16="http://schemas.microsoft.com/office/drawing/2014/main" val="2186981048"/>
                    </a:ext>
                  </a:extLst>
                </a:gridCol>
              </a:tblGrid>
              <a:tr h="145076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0" spc="-40" baseline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과제</a:t>
                      </a:r>
                      <a:r>
                        <a:rPr lang="en-US" altLang="ko-KR" sz="1200" b="0" spc="-40" baseline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lang="ko-KR" altLang="en-US" sz="1200" b="0" spc="-40" baseline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noProof="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과제 추진 배경 및 목적 </a:t>
                      </a:r>
                      <a:r>
                        <a:rPr lang="en-US" altLang="ko-KR" sz="1100" b="0" i="0" kern="1200" noProof="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kern="1200" noProof="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해결되어야 할 </a:t>
                      </a:r>
                      <a:r>
                        <a:rPr lang="en-US" altLang="ko-KR" sz="1100" b="0" i="0" kern="1200" noProof="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Pain Point, </a:t>
                      </a:r>
                      <a:r>
                        <a:rPr lang="ko-KR" altLang="en-US" sz="1100" b="0" i="0" kern="1200" noProof="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문제 근본 원인</a:t>
                      </a:r>
                      <a:r>
                        <a:rPr lang="en-US" altLang="ko-KR" sz="1100" b="0" i="0" kern="1200" noProof="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100" b="0" i="0" kern="1200" noProof="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 </a:t>
                      </a:r>
                      <a:endParaRPr lang="en-US" altLang="ko-KR" sz="1100" b="0" i="0" kern="1200" noProof="0" dirty="0">
                        <a:ln>
                          <a:solidFill>
                            <a:schemeClr val="accent1">
                              <a:alpha val="1000"/>
                            </a:schemeClr>
                          </a:solidFill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  <a:p>
                      <a:pPr marL="93663" indent="-93663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noProof="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주요 기능 </a:t>
                      </a:r>
                      <a:r>
                        <a:rPr lang="en-US" altLang="ko-KR" sz="1100" b="0" i="0" kern="1200" noProof="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(AX</a:t>
                      </a:r>
                      <a:r>
                        <a:rPr lang="ko-KR" altLang="en-US" sz="1100" b="0" i="0" kern="1200" noProof="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 과제 대상 업무 영역</a:t>
                      </a:r>
                      <a:r>
                        <a:rPr lang="en-US" altLang="ko-KR" sz="1100" b="0" i="0" kern="1200" noProof="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noProof="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변화된 </a:t>
                      </a:r>
                      <a:r>
                        <a:rPr lang="en-US" altLang="ko-KR" sz="1100" b="0" i="0" kern="1200" noProof="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Process </a:t>
                      </a:r>
                      <a:r>
                        <a:rPr lang="ko-KR" altLang="en-US" sz="1100" b="0" i="0" kern="1200" noProof="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등</a:t>
                      </a:r>
                      <a:r>
                        <a:rPr lang="en-US" altLang="ko-KR" sz="1100" b="0" i="0" kern="1200" noProof="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)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928267"/>
                  </a:ext>
                </a:extLst>
              </a:tr>
              <a:tr h="33480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0" spc="-40" baseline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적용 기술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anose="020B0604030504040204" pitchFamily="34" charset="0"/>
                        </a:rPr>
                        <a:t>□ 업무 자동화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anose="020B0604030504040204" pitchFamily="34" charset="0"/>
                        </a:rPr>
                        <a:t>(RPA 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anose="020B0604030504040204" pitchFamily="34" charset="0"/>
                        </a:rPr>
                        <a:t>등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anose="020B0604030504040204" pitchFamily="34" charset="0"/>
                        </a:rPr>
                        <a:t>)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anose="020B0604030504040204" pitchFamily="34" charset="0"/>
                        </a:rPr>
                        <a:t>□ 생성형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anose="020B0604030504040204" pitchFamily="34" charset="0"/>
                        </a:rPr>
                        <a:t>AI (ChatGPT 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anose="020B0604030504040204" pitchFamily="34" charset="0"/>
                        </a:rPr>
                        <a:t>등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anose="020B0604030504040204" pitchFamily="34" charset="0"/>
                        </a:rPr>
                        <a:t>)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anose="020B0604030504040204" pitchFamily="34" charset="0"/>
                        </a:rPr>
                        <a:t>□ 기타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anose="020B0604030504040204" pitchFamily="34" charset="0"/>
                        </a:rPr>
                        <a:t>: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7114156"/>
                  </a:ext>
                </a:extLst>
              </a:tr>
              <a:tr h="3348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anose="020B0604030504040204" pitchFamily="34" charset="0"/>
                        </a:rPr>
                        <a:t>□ 데이터 시각화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anose="020B0604030504040204" pitchFamily="34" charset="0"/>
                        </a:rPr>
                        <a:t>(Power BI </a:t>
                      </a: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anose="020B0604030504040204" pitchFamily="34" charset="0"/>
                        </a:rPr>
                        <a:t>등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anose="020B0604030504040204" pitchFamily="34" charset="0"/>
                        </a:rPr>
                        <a:t>)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1100" b="0" kern="120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anose="020B0604030504040204" pitchFamily="34" charset="0"/>
                        </a:rPr>
                        <a:t>□ </a:t>
                      </a:r>
                      <a:r>
                        <a:rPr lang="en-US" altLang="ko-KR" sz="1100" b="0" kern="120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Tahoma" panose="020B0604030504040204" pitchFamily="34" charset="0"/>
                        </a:rPr>
                        <a:t>Machine Leaning/Deep Learning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6874155"/>
                  </a:ext>
                </a:extLst>
              </a:tr>
              <a:tr h="3348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0" spc="-40" baseline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예상 사용자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사용자 유형</a:t>
                      </a:r>
                      <a:r>
                        <a:rPr lang="en-US" altLang="ko-KR" sz="1100" b="0" i="0" kern="120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인원</a:t>
                      </a:r>
                      <a:r>
                        <a:rPr lang="en-US" altLang="ko-KR" sz="1100" b="0" i="0" kern="120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kern="120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등 </a:t>
                      </a:r>
                      <a:endParaRPr lang="en-US" altLang="ko-KR" sz="1100" b="0" i="0" kern="1200">
                        <a:ln>
                          <a:solidFill>
                            <a:schemeClr val="accent1">
                              <a:alpha val="1000"/>
                            </a:schemeClr>
                          </a:solidFill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566986"/>
                  </a:ext>
                </a:extLst>
              </a:tr>
              <a:tr h="5579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0" spc="-40" baseline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현황 </a:t>
                      </a:r>
                      <a:r>
                        <a:rPr lang="en-US" altLang="ko-KR" sz="1200" b="0" spc="-40" baseline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(As-is)</a:t>
                      </a:r>
                      <a:endParaRPr lang="ko-KR" altLang="en-US" sz="1200" b="0" spc="-40" baseline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현재 기준 시나리오 </a:t>
                      </a:r>
                      <a:endParaRPr lang="en-US" altLang="ko-KR" sz="1100" b="0" i="0" kern="1200" dirty="0">
                        <a:ln>
                          <a:solidFill>
                            <a:schemeClr val="accent1">
                              <a:alpha val="1000"/>
                            </a:schemeClr>
                          </a:solidFill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961833"/>
                  </a:ext>
                </a:extLst>
              </a:tr>
              <a:tr h="5579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0" spc="-40" baseline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향후 개선 모습 </a:t>
                      </a:r>
                      <a:endParaRPr lang="en-US" altLang="ko-KR" sz="1200" b="0" spc="-40" baseline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200" b="0" spc="-40" baseline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(To-be)</a:t>
                      </a:r>
                      <a:endParaRPr lang="ko-KR" altLang="en-US" sz="1200" b="0" spc="-40" baseline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과제 실행 후 시나리오 </a:t>
                      </a:r>
                      <a:endParaRPr lang="en-US" altLang="ko-KR" sz="1100" b="0" i="0" kern="1200" dirty="0">
                        <a:ln>
                          <a:solidFill>
                            <a:schemeClr val="accent1">
                              <a:alpha val="1000"/>
                            </a:schemeClr>
                          </a:solidFill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255680"/>
                  </a:ext>
                </a:extLst>
              </a:tr>
              <a:tr h="6368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0" spc="-40" baseline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활용 </a:t>
                      </a:r>
                      <a:r>
                        <a:rPr lang="en-US" altLang="ko-KR" sz="1200" b="0" spc="-40" baseline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Data </a:t>
                      </a:r>
                      <a:r>
                        <a:rPr lang="ko-KR" altLang="en-US" sz="1200" b="0" spc="-40" baseline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및</a:t>
                      </a:r>
                      <a:endParaRPr lang="en-US" altLang="ko-KR" sz="1200" b="0" spc="-40" baseline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1200" b="0" spc="-40" baseline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System</a:t>
                      </a:r>
                      <a:endParaRPr lang="ko-KR" altLang="en-US" sz="1200" b="0" spc="-40" baseline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활용 </a:t>
                      </a:r>
                      <a:r>
                        <a:rPr lang="en-US" altLang="ko-KR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Data </a:t>
                      </a:r>
                      <a:r>
                        <a:rPr lang="ko-KR" altLang="en-US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종류</a:t>
                      </a:r>
                      <a:r>
                        <a:rPr lang="en-US" altLang="ko-KR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위치</a:t>
                      </a:r>
                      <a:r>
                        <a:rPr lang="en-US" altLang="ko-KR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출처</a:t>
                      </a:r>
                      <a:r>
                        <a:rPr lang="en-US" altLang="ko-KR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 err="1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입력값</a:t>
                      </a:r>
                      <a:r>
                        <a:rPr lang="ko-KR" altLang="en-US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 및 </a:t>
                      </a:r>
                      <a:r>
                        <a:rPr lang="ko-KR" altLang="en-US" sz="1100" b="0" i="0" kern="1200" dirty="0" err="1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출력값</a:t>
                      </a:r>
                      <a:endParaRPr lang="en-US" altLang="ko-KR" sz="1100" b="0" i="0" kern="1200" dirty="0">
                        <a:ln>
                          <a:solidFill>
                            <a:schemeClr val="accent1">
                              <a:alpha val="1000"/>
                            </a:schemeClr>
                          </a:solidFill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  <a:p>
                      <a:pPr marL="93663" indent="-93663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활용 시스템 </a:t>
                      </a:r>
                      <a:r>
                        <a:rPr lang="en-US" altLang="ko-KR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en-US" altLang="ko-KR" sz="1100" b="0" i="0" kern="1200" dirty="0" err="1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hiHR</a:t>
                      </a:r>
                      <a:r>
                        <a:rPr lang="en-US" altLang="ko-KR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, SKI</a:t>
                      </a:r>
                      <a:r>
                        <a:rPr lang="ko-KR" altLang="en-US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ChatGPT,</a:t>
                      </a:r>
                      <a:r>
                        <a:rPr lang="ko-KR" altLang="en-US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BI Square, DART </a:t>
                      </a:r>
                      <a:r>
                        <a:rPr lang="ko-KR" altLang="en-US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등</a:t>
                      </a:r>
                      <a:r>
                        <a:rPr lang="en-US" altLang="ko-KR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)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821037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0" spc="-40" baseline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수행 일정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실행 단계</a:t>
                      </a:r>
                      <a:r>
                        <a:rPr lang="en-US" altLang="ko-KR" sz="1100" b="0" i="0" kern="120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목표 시기 등 </a:t>
                      </a:r>
                      <a:endParaRPr lang="en-US" altLang="ko-KR" sz="1100" b="0" i="0" kern="1200">
                        <a:ln>
                          <a:solidFill>
                            <a:schemeClr val="accent1">
                              <a:alpha val="1000"/>
                            </a:schemeClr>
                          </a:solidFill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나눔스퀘어_ac" panose="020B0600000101010101" pitchFamily="50" charset="-127"/>
                        <a:ea typeface="나눔스퀘어_ac" panose="020B0600000101010101" pitchFamily="50" charset="-127"/>
                        <a:cs typeface="+mn-cs"/>
                      </a:endParaRP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038725"/>
                  </a:ext>
                </a:extLst>
              </a:tr>
              <a:tr h="66958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200" b="0" spc="-40" baseline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기대 효과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E6E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93663" indent="-93663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정량적 기대효과 </a:t>
                      </a:r>
                      <a:r>
                        <a:rPr lang="en-US" altLang="ko-KR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과제 실행을 통한 </a:t>
                      </a:r>
                      <a:r>
                        <a:rPr lang="en-US" altLang="ko-KR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Cost Saving/</a:t>
                      </a:r>
                      <a:r>
                        <a:rPr lang="ko-KR" altLang="en-US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이익증대</a:t>
                      </a:r>
                      <a:r>
                        <a:rPr lang="en-US" altLang="ko-KR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투입 시간 감소 등</a:t>
                      </a:r>
                      <a:r>
                        <a:rPr lang="en-US" altLang="ko-KR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)</a:t>
                      </a:r>
                    </a:p>
                    <a:p>
                      <a:pPr marL="93663" indent="-93663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정성적 기대효과 </a:t>
                      </a:r>
                      <a:r>
                        <a:rPr lang="en-US" altLang="ko-KR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구성원 만족도 제고</a:t>
                      </a:r>
                      <a:r>
                        <a:rPr lang="en-US" altLang="ko-KR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이미지 개선</a:t>
                      </a:r>
                      <a:r>
                        <a:rPr lang="en-US" altLang="ko-KR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, Risk</a:t>
                      </a:r>
                      <a:r>
                        <a:rPr lang="ko-KR" altLang="en-US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 예방 등</a:t>
                      </a:r>
                      <a:r>
                        <a:rPr lang="en-US" altLang="ko-KR" sz="1100" b="0" i="0" kern="1200" dirty="0">
                          <a:ln>
                            <a:solidFill>
                              <a:schemeClr val="accent1">
                                <a:alpha val="1000"/>
                              </a:schemeClr>
                            </a:solidFill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나눔스퀘어_ac" panose="020B0600000101010101" pitchFamily="50" charset="-127"/>
                          <a:ea typeface="나눔스퀘어_ac" panose="020B0600000101010101" pitchFamily="50" charset="-127"/>
                          <a:cs typeface="+mn-cs"/>
                        </a:rPr>
                        <a:t>) </a:t>
                      </a:r>
                    </a:p>
                  </a:txBody>
                  <a:tcPr marL="72000" marR="72000" marT="72000" marB="72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58154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9CFF32-3327-3A13-EDC5-8FBCA0EBF5E0}"/>
              </a:ext>
            </a:extLst>
          </p:cNvPr>
          <p:cNvSpPr txBox="1"/>
          <p:nvPr/>
        </p:nvSpPr>
        <p:spPr>
          <a:xfrm>
            <a:off x="9561512" y="6669940"/>
            <a:ext cx="33731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311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F82617-08EC-49F6-87A4-C7D0B632E16F}" type="slidenum">
              <a:rPr kumimoji="0" lang="ko-KR" alt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/>
                <a:ea typeface="맑은 고딕"/>
                <a:cs typeface="Tahoma" pitchFamily="34" charset="0"/>
              </a:rPr>
              <a:pPr marL="0" marR="0" lvl="0" indent="0" algn="r" defTabSz="914311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rebuchet MS"/>
              <a:ea typeface="맑은 고딕"/>
              <a:cs typeface="Tahoma" pitchFamily="34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BA6B546-F4EA-F4C6-582D-C79D7EF835E1}"/>
              </a:ext>
            </a:extLst>
          </p:cNvPr>
          <p:cNvSpPr/>
          <p:nvPr/>
        </p:nvSpPr>
        <p:spPr>
          <a:xfrm>
            <a:off x="5383764" y="151026"/>
            <a:ext cx="4223788" cy="456649"/>
          </a:xfrm>
          <a:prstGeom prst="roundRect">
            <a:avLst>
              <a:gd name="adj" fmla="val 13852"/>
            </a:avLst>
          </a:prstGeom>
          <a:pattFill prst="lt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127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lvl="0" algn="ctr" defTabSz="914400" eaLnBrk="0" hangingPunct="0">
              <a:defRPr/>
            </a:pP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과제정의서는 아이디어를 구체화하는 데 도움을 드리기 위한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‘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참고용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’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입니다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 </a:t>
            </a:r>
          </a:p>
          <a:p>
            <a:pPr lvl="0" algn="ctr" defTabSz="914400" eaLnBrk="0" hangingPunct="0">
              <a:defRPr/>
            </a:pP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과제정의서의 흐름을 따라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아이디어를 고민해보세요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.(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제출 불필요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50714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7928061E658A84EB25F426A7DE0896C" ma:contentTypeVersion="17" ma:contentTypeDescription="새 문서를 만듭니다." ma:contentTypeScope="" ma:versionID="964e15bcfecec4ef592247a59f2281f0">
  <xsd:schema xmlns:xsd="http://www.w3.org/2001/XMLSchema" xmlns:xs="http://www.w3.org/2001/XMLSchema" xmlns:p="http://schemas.microsoft.com/office/2006/metadata/properties" xmlns:ns2="615dc160-ac31-4688-a2dc-e85236cd1d01" xmlns:ns3="fadbc54b-dd51-49bb-a671-6fe3eb5e46be" targetNamespace="http://schemas.microsoft.com/office/2006/metadata/properties" ma:root="true" ma:fieldsID="bc538778e06069e84008c1b19fcd71f3" ns2:_="" ns3:_="">
    <xsd:import namespace="615dc160-ac31-4688-a2dc-e85236cd1d01"/>
    <xsd:import namespace="fadbc54b-dd51-49bb-a671-6fe3eb5e46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5dc160-ac31-4688-a2dc-e85236cd1d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이미지 태그" ma:readOnly="false" ma:fieldId="{5cf76f15-5ced-4ddc-b409-7134ff3c332f}" ma:taxonomyMulti="true" ma:sspId="b71196e7-d1da-407d-8697-6aadfc6974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dbc54b-dd51-49bb-a671-6fe3eb5e46b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15e885c2-92e7-41dd-a283-88b306849a70}" ma:internalName="TaxCatchAll" ma:showField="CatchAllData" ma:web="fadbc54b-dd51-49bb-a671-6fe3eb5e46b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15dc160-ac31-4688-a2dc-e85236cd1d01">
      <Terms xmlns="http://schemas.microsoft.com/office/infopath/2007/PartnerControls"/>
    </lcf76f155ced4ddcb4097134ff3c332f>
    <TaxCatchAll xmlns="fadbc54b-dd51-49bb-a671-6fe3eb5e46be" xsi:nil="true"/>
  </documentManagement>
</p:properties>
</file>

<file path=customXml/itemProps1.xml><?xml version="1.0" encoding="utf-8"?>
<ds:datastoreItem xmlns:ds="http://schemas.openxmlformats.org/officeDocument/2006/customXml" ds:itemID="{CA67E909-2C75-4F84-911B-DE208F8B1C20}"/>
</file>

<file path=customXml/itemProps2.xml><?xml version="1.0" encoding="utf-8"?>
<ds:datastoreItem xmlns:ds="http://schemas.openxmlformats.org/officeDocument/2006/customXml" ds:itemID="{BFA9848C-B336-404B-AED2-C3C2CB3E47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096CCE-F5BD-44E0-8BCD-97DE40CA9AC8}">
  <ds:schemaRefs>
    <ds:schemaRef ds:uri="http://schemas.microsoft.com/office/2006/metadata/properties"/>
    <ds:schemaRef ds:uri="http://schemas.microsoft.com/office/infopath/2007/PartnerControls"/>
    <ds:schemaRef ds:uri="615dc160-ac31-4688-a2dc-e85236cd1d01"/>
    <ds:schemaRef ds:uri="fadbc54b-dd51-49bb-a671-6fe3eb5e46be"/>
  </ds:schemaRefs>
</ds:datastoreItem>
</file>

<file path=docMetadata/LabelInfo.xml><?xml version="1.0" encoding="utf-8"?>
<clbl:labelList xmlns:clbl="http://schemas.microsoft.com/office/2020/mipLabelMetadata">
  <clbl:label id="{2c1357aa-0960-4b6d-b918-e2668fbe3cee}" enabled="1" method="Privileged" siteId="{a291953b-a95f-4c1e-8127-00ffdb5b7f6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187</Words>
  <Application>Microsoft Office PowerPoint</Application>
  <PresentationFormat>A4 용지(210x297mm)</PresentationFormat>
  <Paragraphs>31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나눔스퀘어 Bold</vt:lpstr>
      <vt:lpstr>나눔스퀘어_ac</vt:lpstr>
      <vt:lpstr>나눔스퀘어_ac ExtraBold</vt:lpstr>
      <vt:lpstr>맑은 고딕</vt:lpstr>
      <vt:lpstr>Arial</vt:lpstr>
      <vt:lpstr>Trebuchet MS</vt:lpstr>
      <vt:lpstr>Office 테마</vt:lpstr>
      <vt:lpstr>PowerPoint 프레젠테이션</vt:lpstr>
    </vt:vector>
  </TitlesOfParts>
  <Company>SKI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하민영(MINYOUNG HA)/HR AX팀/SKI</dc:creator>
  <cp:lastModifiedBy>하민영(MINYOUNG HA)/HR AX팀/SKI</cp:lastModifiedBy>
  <cp:revision>2</cp:revision>
  <dcterms:created xsi:type="dcterms:W3CDTF">2026-03-12T05:16:48Z</dcterms:created>
  <dcterms:modified xsi:type="dcterms:W3CDTF">2026-03-13T10:12:49Z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0x01010087928061E658A84EB25F426A7DE0896C</vt:lpwstr>
  </property>
  <property fmtid="{D5CDD505-2E9C-101B-9397-08002B2CF9AE}" pid="3" name="MediaServiceImageTags">
    <vt:lpwstr/>
  </property>
</Properties>
</file>